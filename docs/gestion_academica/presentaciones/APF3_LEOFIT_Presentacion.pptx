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Estimado docente asesor, Ing. Enrique Lee Huamani, y miembros del jurado evaluador, muy buenas tardes. Damos inicio a la sustentación final y cierre integral de nuestro proyecto: el Sistema Web PWA de Gestión y Toma de Pedidos Multicanal para la empresa LeoFit Confecciones y Diseños Deportivos S.A.C., microempresa del Emporio Comercial de Gamarra. Hoy defenderemos la solución completa: desde el diagnóstico del negocio y la arquitectura en capas, hasta el modelo transaccional ACID en PostgreSQL 16, la batería automatizada de 101 pruebas, la interoperabilidad externa, la evaluación formal de usabilidad bajo ISO 25010 y el despliegue de la Versión 2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30 seg
Guion: La sustentación está estructurada en ocho ejes técnicos que cubren rigurosamente todas las dimensiones de la ingeniería de software exigidas por la rúbrica universitaria, iniciando con el levantamiento obligatorio de observaciones del APF2.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50 seg
Guion: En estricto cumplimiento de la consigna evaluativa, iniciamos demostrando el levantamiento del 100% de las observaciones del APF2. Se diseñó la suite automatizada de integración externa con siete escenarios, se condujo la evaluación formal de usabilidad bajo ISO/IEC 25010 alcanzando 88.5 en SUS, se articuló la trazabilidad total entre historias de usuario y pruebas de código, y se actualizó la infraestructura para la Versión 2 desplegada en la nube. Cedo la palabra a Daniel Rojas para exponer el contexto empresarial y los procesos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55 seg
Guion: Saludos cordiales. LeoFit es una microempresa textil ubicada en el Emporio de Gamarra. Históricamente, su operativa dependía exclusivamente de mensajes informales de WhatsApp y apuntes en libreta física. Esto causaba pérdidas críticas: atender un pedido demoraba hasta dos horas, el 14% de despachos salía con errores de talla y perdían el 22% de sus clientes potenciales. Diseñamos LeoFit PWA para transformar este cuello de botella en un proceso digital eficiente, reduciendo el tiempo de toma a 38 segundos y bajando los errores a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40 seg
Guion: En el diagrama BPMN del proceso AS-IS se evidencia la dispersión operativa: cada consulta obligaba al operador a suspender la atención para revisar manualmente los estantes físicos, redactar datos bancarios a mano y cotejar capturas de pantalla de transferencias. La falta de un canal estructurado generaba una alta tasa de fricción y sobreventa.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El rediseño TO-BE automatiza el flujo de punta a punta. El cliente interactúa con el catálogo PWA, selecciona color y talla con validación en tiempo real; el motor transaccional reserva las existencias atómicamente, y el operador recibe la orden en el panel Kanban para preparación, generando rótulos con código QR y notificación automática de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40 seg
Guion: El Lean Canvas sintetiza la viabilidad económica y operativa. Nuestra propuesta de valor se enfoca en la inmediatez: el cliente deportivo compra en menos de dos minutos con garantía de existencias, mientras el administrador centraliza la recaudación, el inventario y la logística de despacho sin depender de memoria humana ni notas manuales.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La gobernanza del desarrollo se ejecutó bajo Scrum y Kanban con estrictas políticas de flujo de trabajo: un límite WIP de tres tareas en desarrollo simultáneo, revisión obligatoria de código y verificación automática de pruebas antes de fusionar ramas. Gestionamos proactivamente la matriz de riesgos mitigando desde fallos de concurrencia hasta caídas de servidores. Cedo la palabra a Víctor Cárdenas para sustentar la arquitectura y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45 seg
Guion: Saludos cordiales al jurado evaluador. Nuestro alcance formal comprende dieciocho requerimientos funcionales y diez no funcionales. Los funcionales abarcan desde la autenticación segura y el catálogo textil por variantes hasta la conciliación de webhooks y el portal de tracking. Los requerimientos no funcionales garantizan tiempos de respuesta menores a 200 milisegundos, disponibilidad del 99.5% y una arquitectura resiliente.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45 seg
Guion: El modelo C4 de contenedores exhibe el desacoplamiento estructural del sistema. En el extremo del cliente, una PWA en React 19 servida globalmente; en la capa intermedia, un backend modular en Node.js y Express estructurado bajo Clean Architecture; y en la capa de persistencia, un clúster gestionado de PostgreSQL 16 comunicado mediante conexiones SSL cifradas sobre el puerto 5432.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45 seg
Guion: Aplicamos Clean Architecture y el principio de inversión de dependencias mediante el patrón Repository Factory. La lógica de negocio reside en casos de uso puros y entidades independientes que consumen interfaces abstractas. Esto nos permite ejecutar pruebas automatizadas instantáneas con repositorios en memoria sin requerir una base de datos activa, mientras en producción inyectamos la implementación nativa con pg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50 seg
Guion: El modelo de datos fue normalizado rigurosamente hasta la Tercera Forma Normal y Forma Normal de Boyce-Codd para erradicar cualquier redundancia o anomalía de actualización. Cuenta con 12 tablas relacionales con restricciones de integridad referencial CASCADE en detalles de pedido y llaves foráneas indexadas con B-Tree para optimizar consultas de alta frecuencia.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60 seg
Guion: El núcleo de integridad de LeoFit reside en cómo gestionamos la concurrencia. Ante la compra simultánea del último polo deportivo por dos usuarios, el sistema ejecuta SELECT FOR UPDATE bloqueando la fila de la variante a nivel de motor. Adicionalmente, el trigger en base de datos evalúa la condición de existencia antes del insert. Si el stock no alcanza, la transacción aborta con rollback atómico. Nuestro middleware atrapa errores de concurrencia y reintenta con backoff exponencial, garantizando cero sobreventas bajo cualquier condición de estrés.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45 seg
Guion: El diagrama de secuencia expone la atomicidad de la orden: el controlador valida el esquema con Zod, abre una transacción BEGIN, adquiere los bloqueos pesimistas, inserta el encabezado y detalle, descuenta el stock, dispara la notificación y ejecuta COMMIT. La orden avanza a través de una máquina de estados finita auditada en base de datos. Cedo la palabra a Lady Loayza para sustentar la seguridad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 DevSecOps)
Tiempo: 55 seg
Guion: En el Bloque III demostramos la ciberseguridad del sistema bajo estándares OWASP Top 10. Implementamos un mecanismo fail-fast que impide que el servidor inicie si las variables criptográficas no están definidas. Las contraseñas se derivan con bcrypt a 10 rondas de salt e incorporamos mitigación de ataques de tiempo generando un hash ficticio si el usuario no existe. Los webhooks de pagos se autentican con HMAC-SHA256 y comparación en tiempo constante contra timing attacks. La base de datos está totalmente blindada contra inyecciones SQL gracias a consultas parametrizadas. Cedo la palabra a Jim Dávila para la calidad funcional.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Lead / Backend)
Tiempo: 45 seg
Guion: Saludos cordiales. Adoptamos la filosofía Shift-Left de aseguramiento de calidad, trasladando la detección de fallos hacia las primeras fases del ciclo de vida. Nuestra pirámide de pruebas abarca aserciones unitarias sobre funciones de negocio, pruebas de integración sobre endpoints HTTP reales con Supertest, y suites de interfaz de usuario en el frontend mediante Vitest y Testing Library, ejecutadas ante cada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Lead / Backend)
Tiempo: 55 seg
Guion: El corazón de nuestra calidad funcional es esta batería de 101 pruebas automatizadas aprobadas con cero fallos. Cuarenta y siete pruebas en el backend con Jest validan desde la integridad transaccional de órdenes hasta la seguridad criptográfica de firmas HMAC. Cincuenta y cuatro pruebas en el frontend con Vitest verifican la navegación de la PWA, la reactividad del formulario de pedidos y la emisión de comprobantes PDF. No existen aserciones comentadas ni tests falsos.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Lead / Backend)
Tiempo: 40 seg
Guion: El reporte de Istanbul confirma que superamos los estándares académicos de la industria. Alcanzamos un 76.16% de cobertura general en lógica de negocio y un 100% en las áreas de mayor riesgo operacional: controladores de rutas, esquemas de validación Zod y capas criptográficas. Cedo la palabra a Harley Roman para sustentar la interoperabilidad y usabilidad.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50 seg
Guion: Saludos cordiales. En esta matriz cruzada demostramos la trazabilidad bidireccional entre la especificación de negocio y el código ejecutable. Cada historia de usuario bajo formato Gherkin está respaldada por suites automatizadas específicas en Jest y Vitest que validan sus criterios de aceptación, desde la reserva de prendas hasta la conciliación de pagos móviles y la generación de rótulos con código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55 seg
Guion: La interoperabilidad conecta a LeoFit con el ecosistema digital de comercio. Integramos WhatsApp Cloud para notificar al comprador con su enlace de rastreo; conciliamos transferencias móviles de Yape y Plin mediante webhooks con verificación criptográfica HMAC; y validamos documentos tributarios ante padrones de SUNAT y RENIEC. Con absoluta transparencia técnica: estos servicios operan hoy mediante adaptadores mock de alta fidelidad contractual, lo que permite sustituirlos por credenciales de producción sin alterar una sola línea de lógica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45 seg
Guion: Esta suite en integration_external.test.ts audita siete escenarios automatizados de interoperabilidad. Validamos no solo los flujos felices de despacho a WhatsApp y conciliación de Yape en menos de 30 milisegundos, sino también los casos de frontera y rechazo: números sin código internacional de país, proveedores no homologados y documentos de identidad malformados.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50 seg
Guion: En el Bloque VI demostramos la usabilidad de LeoFit bajo el estándar internacional ISO/IEC 25010 en cuatro subatributos clave: aprendizaje, con una interfaz que no requiere manuales; protección contra errores, impidiendo que el cliente compre prendas agotadas o ingrese datos fiscales erróneos; asistencia al usuario, proporcionando seguimiento sin intermediarios; y compromiso estético, garantizando micro-interacciones fluidas.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40 seg
Guion: El User Flow modela el viaje del usuario en siete etapas sin fricción. Automatizamos nueve pruebas en Vitest que certifican estas reglas de usabilidad en tiempo de compilación: verifican que ningún producto carezca de precio visible, que las variantes sigan estándares textiles y que el total a cobrar cuadre al centavo.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 PWA)
Tiempo: 50 seg
Guion: Los resultados cuantitativos avalan la efectividad de la solución. Aplicamos el cuestionario formal SUS a diez usuarios representativos obteniendo 88.5 sobre 100, calificación de Grado A excelente. El tiempo de captura de pedidos se redujo drásticamente de 45 minutos a 38.2 segundos, y la tasa de errores cayó al 0.4%. En métricas de rendimiento web de Google, el sistema alcanza un LCP de 1.4 segundos y una estabilidad visual casi perfecta. Cedo la palabra a Daniel Rojas para sustentar el entorno Cloud y la gobernanza.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 Cloud DevOps)
Tiempo: 55 seg
Guion: Para someter a prueba la arquitectura bajo condiciones extremas de demanda, ejecutamos una simulación de carga con k6 durante seis minutos con 50 usuarios virtuales realizando compras simultáneas del mismo stock. Los resultados certifican que la latencia percentil 95 se mantuvo por debajo de 250 milisegundos y, más importante aún, la tasa de sobreventa fue exactamente cero por ciento. El aislamiento transaccional de PostgreSQL garantizó la integridad absoluta del inventario.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 Cloud DevOps)
Tiempo: 45 seg
Guion: La Versión 2 del sistema opera sobre una topología multi-proveedor desacoplada en la nube. El cliente estático se distribuye a través de la red Edge CDN de GitHub Pages con certificados TLS 1.3. Las peticiones REST viajan cifradas hacia el contenedor Docker en Render, el cual mantiene un pool seguro de conexiones SSL hacia la base de datos gestionada en PostgreSQL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 Cloud DevOps)
Tiempo: 45 seg
Guion: El ciclo DevOps está completamente automatizado mediante tres pipelines en GitHub Actions: el primero valida las pruebas del backend en Node 20; el segundo compila y publica automáticamente la PWA ante cada push a la rama main; y el tercero audita vulnerabilidades en dependencias mediante escaneos SAST, asegurando que ninguna versión con fallos alcance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 Cloud DevOps)
Tiempo: 60 seg
Guion: Invitamos al jurado a constatar la operatividad en vivo en la URL de producción. El endpoint de salud en Render confirma que el backend y la base de datos están activos. Demostraremos el flujo completo: autenticación del operador, selección de prendas por talla y color, registro de la orden con descuento inmediato de stock, consulta pública por el cliente mediante el portal de tracking y la función de privacidad financiera en el panel de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 Cloud DevOps)
Tiempo: 40 seg
Guion: La gobernanza del repositorio refleja más de doscientos sesenta commits estructurados bajo Conventional Commits, con ramas asignadas por cada integrante y un flujo estricto de integración continua. Toda la historia del desarrollo es transparente y verificable en GitHub. Cedo la palabra a Lady Loayza para presentar los aportes del equipo y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En cumplimiento del criterio de evaluación individual de la rúbrica, detallamos los roles y contribuciones: quien les habla lideró la seguridad DevSecOps y subsanación de observaciones; Víctor diseñó el modelo transaccional y la persistencia de base de datos; Harley construyó la PWA reactiva y la interoperabilidad externa; Jim implementó la suite completa de 101 pruebas automatizadas; y Daniel condujo el análisis de procesos de negocio y el despliegue multi-cloud.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50 seg
Guion: En conclusión, LeoFit PWA demuestra que la ingeniería de software aplicada transforma radicalmente la microempresa de Gamarra: digitalizamos la toma de pedidos reduciendo el tiempo en 98%, garantizamos cero sobreventas y alcanzamos un SUS de 88.5 con 101 pruebas aprobadas. Con rigor académico, reconocemos con transparencia nuestras limitaciones: el arranque en frío del plan gratuito de Render, el almacenamiento offline en caché y los adaptadores simulados de pago. Nuestra hoja de ruta hacia la versión 4.0 contempla Service Workers con Background Sync y contenedores dedicados.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20 seg
Guion: Con esto concluimos la sustentación formal de nuestro proyecto. Agradecemos al docente asesor y al honorable jurado calificador por su atención, y quedamos a su entera disposición para responder a sus preguntas técnicas. A continuación, tenemos preparadas láminas de respaldo técnico para profundizar en cualquier aspecto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Para ronda de preguntas
Guion: Si el jurado pregunta por qué no usamos microservicios: la respuesta es el principio de proporcionalidad. Para el volumen transaccional de LeoFit, los microservicios hubieran agregado complejidad accidental, latencia de red y riesgo de consistencia eventual en el stock. Un monolito modular con Clean Architecture nos da lo mejor de ambos mundos: transacciones ACID atómicas en una sola base de datos y total desacoplamiento de código para modularizar en el futuro si la demanda lo exige.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Para ronda de preguntas
Guion: Si el jurado pregunta cómo garantizamos que no haya sobreventa: explicamos el doble cinturón de seguridad. Primero, en la aplicación con SELECT FOR UPDATE que serializa el acceso al registro de la prenda; y segundo, en el motor con el trigger fn_decrement_stock que aborta con rollback si el stock resultante fuera negativo. Este comportamiento fue validado empíricamente en la prueba de k6 con 50 usuarios comprando concurrentemente la misma 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DBA)
Tiempo: Para ronda de preguntas
Guion: Si el jurado pregunta por qué PostgreSQL y no MongoDB: el dominio de pedidos textiles es intrínsecamente relacional y transaccional. Requerimos integridad referencial estricta, tipos numéricos decimales exactos para dinero y garantías ACID totales. En MongoDB, modelar variantes de producto con inventario independiente requeriría bloqueos manuales en aplicación propensos a errores de sobreventa.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 DevSecOps)
Tiempo: Para ronda de preguntas
Guion: Si el jurado pregunta cómo aseguramos los webhooks y JWT: para los webhooks, recalculamos el digest HMAC-SHA256 y comparamos con timingSafeEqual, evitando timing attacks. Para los JWT, la librería valida la firma simétrica HS256, rechazando tokens manipulados con alg none, y la aplicación cuenta con un mecanismo fail-fast que impide arrancar si las llaves no están configuradas en el entorno.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LEOFIT: SISTEMA WEB PWA DE GESTIÓN DE PEDIDOS</dc:title>
  <dc:subject>PptxGenJS Presentation</dc:subject>
  <dc:creator>Created by Marp</dc:creator>
  <cp:lastModifiedBy>Created by Marp</cp:lastModifiedBy>
  <cp:revision>1</cp:revision>
  <dcterms:created xsi:type="dcterms:W3CDTF">2026-10-12T06:39:59Z</dcterms:created>
  <dcterms:modified xsi:type="dcterms:W3CDTF">2026-10-12T06:39:59Z</dcterms:modified>
</cp:coreProperties>
</file>