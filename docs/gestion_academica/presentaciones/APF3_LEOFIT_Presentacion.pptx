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Lady Luz Loayza Rodriguez (Scrum Master)
Tiempo: 40 seg
Guion: Muy buenas tardes, estimado docente y miembros del jurado. Presentamos LeoFit, un sistema web progresivo para la gestión de pedidos de una microempresa de Gamarra. Hoy recorreremos el proyecto completo: el problema que resolvimos, la arquitectura, cómo garantizamos su calidad, su interoperabilidad con servicios externos, su usabilidad medida bajo ISO 25010 y, finalmente, el sistema funcionando en la nube.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Daniel Enrique Rojas Sanchez (Analista de Negocio)
Tiempo: 55 seg
Guion: LeoFit atendía sus pedidos por chats y una libreta. Eso significaba entre 45 y 120 minutos por orden, 14.2% de errores en despacho y un 22% de intención de compra perdida porque el cliente no veía qué tallas quedaban. Con la PWA, la captura de un pedido toma 38 segundos y el error operativo bajó a 0.4%, medido en el estudio de campo con usuarios.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Daniel Enrique Rojas Sanchez (Analista de Negocio)
Tiempo: 40 seg
Guion: Este es el proceso rediseñado. El pedido nace en la PWA, el stock se valida y descuenta de forma transaccional, el operador gestiona el despacho y el cliente consulta el estado por su código de seguimiento, sin intermediarios manuales. Cedo la palabra a Víctor Cárdenas para explicar la arquitectura.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Víctor Leandro Cárdenas Fernández (Product Owner / DBA)
Tiempo: 50 seg
Guion: La arquitectura está desacoplada: una PWA estática en el cliente, una API REST en Node.js y una base de datos PostgreSQL. El backend sigue Clean Architecture, separando controladores, casos de uso y repositorios, de modo que la lógica de negocio no depende del framework ni de la base de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Víctor Leandro Cárdenas Fernández (Product Owner / DBA)
Tiempo: 40 seg
Guion: El stack es TypeScript de punta a punta. React 19 con Vite en el cliente, Express con Zod en el servidor para validar cada contrato, y PostgreSQL 16 como fuente transaccional. Las pruebas con Jest y Vitest y los pipelines de GitHub Actions cierran el ciclo de calidad.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Víctor Leandro Cárdenas Fernández (Product Owner / DBA)
Tiempo: 55 seg
Guion: El problema técnico central es que dos clientes no pueden comprar la última unidad al mismo tiempo. Lo resolvimos en la base de datos: un trigger descuenta el stock de forma atómica y las transacciones usan bloqueo pesimista con reintentos ante deadlocks. El modelo está normalizado hasta BCNF y el pedido sigue una máquina de estados finita. Cedo la palabra a Lady Loayza para la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Lady Luz Loayza Rodriguez (Scrum Master / DevSecOps)
Tiempo: 50 seg
Guion: La seguridad se aplicó desde el diseño. Roles con control de acceso, contraseñas con bcrypt y mitigación de ataques de tiempo, tokens JWT que rechazan el algoritmo none y una API que se niega a arrancar sin sus secretos. Los webhooks de pago se verifican con HMAC y comparación en tiempo constante. Todo esto está cubierto por pruebas automatizadas.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Lady Luz Loayza Rodriguez (Scrum Master / DevSecOps)
Tiempo: 40 seg
Guion: Desde el avance anterior cerramos las brechas: pruebas automáticas de interoperabilidad, evaluación formal de usabilidad, trazabilidad entre historias de usuario y pruebas, y una segunda versión desplegada con pipelines automáticos. Jim Dávila presenta ahora la calidad funcional.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Jim Alessandro Dávila Morales (QA Lead / Backend)
Tiempo: 50 seg
Guion: El backend tiene diez suites. La más extensa cubre el ciclo de vida del pedido, con 13 casos. Hay pruebas de autenticación, de integración externa, de webhooks firmados, de seguridad y de contrato de la API. Usamos Jest con Supertest para ejercitar la API real sin mocks de la capa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Jim Alessandro Dávila Morales (QA Lead / Backend)
Tiempo: 45 seg
Guion: En total ejecutamos 101 pruebas aprobadas: 47 en backend y 54 en frontend, sin fallos. Hay una prueba de integración condicionada a una base de datos real que se omite en el entorno local. La cobertura de líneas en lógica de negocio es del 76% y llega al 100% en rutas, validadores y criptografía, que es donde está el mayor riesgo.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Jim Alessandro Dávila Morales (QA Lead / Backend)
Tiempo: 30 seg
Guion: Este gráfico muestra la cobertura módulo por módulo. Priorizamos los componentes críticos: autenticación, validación de contratos y criptografía de webhooks.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Jim Alessandro Dávila Morales (QA Lead / Backend)
Tiempo: 35 seg
Guion: Cada push a main dispara la publicación de la PWA: instalación, compilación y despliegue a la rama gh-pages. En paralelo, otros dos workflows ejecutan las pruebas del backend y el escaneo de seguridad, de modo que una regresión se detecta antes de llegar a producción. Doy la palabra a Harley Roman para la interoperabilidad.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Harley Anthony Roman Delgado (Frontend Lead / PWA)
Tiempo: 50 seg
Guion: El sistema se integra con WhatsApp para confirmar el pedido con su enlace de seguimiento, recibe confirmaciones de pago por webhook firmado y valida DNI y RUC. También emite rótulos con QR para las agencias de transporte. Con transparencia: los proveedores externos se consumen hoy mediante contratos simulados, diseñados para sustituirse por las APIs reales sin cambiar el núcleo.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Harley Anthony Roman Delgado (Frontend Lead / PWA)
Tiempo: 40 seg
Guion: Siete escenarios automatizados cubren los tres sistemas externos, incluyendo los casos negativos: teléfonos inválidos, proveedores no homologados y documentos malformados. Todos aprueban. Ahora presento la evaluación de usabilidad.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Harley Anthony Roman Delgado (Frontend Lead / PWA)
Tiempo: 45 seg
Guion: Evaluamos cuatro subatributos de la norma. El usuario aprende con un flujo guiado; el sistema le impide errores como reservar stock inexistente o ingresar un DNI incompleto; recibe un código de seguimiento y un resumen; y la interfaz responde con micro-interacciones. Nueve pruebas automatizadas verifican estas reglas.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Harley Anthony Roman Delgado (Frontend Lead / PWA)
Tiempo: 50 seg
Guion: En el estudio de campo con diez usuarios, el cuestionario SUS arrojó 88.5 sobre 100. El tiempo de captura de un pedido bajó de 45 minutos a 38 segundos y los errores operativos a 0.4%. En rendimiento web, el LCP es de 1.4 segundos y el CLS de 0.01. Doy la palabra a Daniel Rojas para la nube y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Daniel Enrique Rojas Sanchez (Analista de Negocio / Cloud DevOps)
Tiempo: 40 seg
Guion: El frontend estático se sirve desde la CDN de GitHub Pages y la API con su base PostgreSQL corre en Render. La comunicación es por HTTPS. Reconocemos una limitación del plan gratuito: el primer request tras inactividad tiene arranque en frío.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Daniel Enrique Rojas Sanchez (Analista de Negocio / Cloud DevOps)
Tiempo: 60 seg
Guion: Pasamos a la demostración en vivo. Verificamos el endpoint de salud de la API, ingresamos como operador, creamos un pedido desde el catálogo y consultamos su estado en el portal público de seguimiento.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Daniel Enrique Rojas Sanchez (Analista de Negocio / Cloud DevOps)
Tiempo: 35 seg
Guion: El repositorio registra más de doscientos sesenta commits, con una rama de trabajo por integrante y mensajes bajo Conventional Commits. Los workflows de GitHub Actions ejecutan pruebas, despliegue y escaneo de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Lady Luz Loayza Rodriguez (Scrum Master / DevSecOps)
Tiempo: 30 seg
Guion: Cada integrante lideró un frente técnico. Lady, la seguridad y la gestión del sprint; Víctor, el modelo de datos y las transacciones; Harley, la PWA y la interoperabilidad; Jim, la batería de pruebas; y Daniel, el análisis de negocio y el despliegue.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Lady Luz Loayza Rodriguez (Scrum Master / DevSecOps)
Tiempo: 45 seg
Guion: Como conclusión, LeoFit redujo el tiempo de pedido de 45 minutos a 38 segundos, mantiene el stock consistente bajo concurrencia y está respaldado por 101 pruebas automáticas. Reconocemos sus límites: el arranque en frío del plan gratuito, el modo offline basado en caché y los proveedores simulados. La hoja de ruta incluye un Service Worker con Workbox, una pasarela de pago directa y un contenedor dedicado.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Expositor: Lady Luz Loayza Rodriguez (Scrum Master / DevSecOps)
Tiempo: 15 seg
Guion: Con esto concluimos nuestra sustentación. Agradecemos su atención y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LEOFIT: SISTEMA WEB PWA DE GESTIÓN DE PEDIDOS</dc:title>
  <dc:subject>PptxGenJS Presentation</dc:subject>
  <dc:creator>Created by Marp</dc:creator>
  <cp:lastModifiedBy>Created by Marp</cp:lastModifiedBy>
  <cp:revision>1</cp:revision>
  <dcterms:created xsi:type="dcterms:W3CDTF">2026-10-12T06:27:18Z</dcterms:created>
  <dcterms:modified xsi:type="dcterms:W3CDTF">2026-10-12T06:27:18Z</dcterms:modified>
</cp:coreProperties>
</file>